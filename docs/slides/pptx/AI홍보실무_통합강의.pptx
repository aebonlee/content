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10515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4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ONE-DAY WORKSHOP · AI MARKETING · 8 HOURS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AI로 만드는 홍보 실무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800"/>
              </a:spcAft>
            </a:pPr>
            <a:r>
              <a:rPr sz="2200" b="0">
                <a:solidFill>
                  <a:srgbClr val="C7D2E6"/>
                </a:solidFill>
                <a:latin typeface="Noto Serif KR"/>
                <a:ea typeface="Noto Serif KR"/>
                <a:cs typeface="Noto Serif KR"/>
              </a:rPr>
              <a:t>콘텐츠 · 이미지 · 페이지까지 자동화 완성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9FAEC8"/>
                </a:solidFill>
                <a:latin typeface="Pretendard"/>
                <a:ea typeface="Pretendard"/>
                <a:cs typeface="Pretendard"/>
              </a:rPr>
              <a:t>7개 모듈 · 14세션 · 하루 동안 하나의 캠페인을 처음부터 끝까지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32120"/>
            <a:ext cx="10469880" cy="82296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오늘의 러닝 케이스   </a:t>
            </a:r>
            <a:r>
              <a:rPr sz="1400" b="0">
                <a:solidFill>
                  <a:srgbClr val="D7E0F0"/>
                </a:solidFill>
                <a:latin typeface="Pretendard"/>
                <a:ea typeface="Pretendard"/>
                <a:cs typeface="Pretendard"/>
              </a:rPr>
              <a:t>무알콜 수제 맥주 브랜드 ‘Night Off’ (타깃: 건강은 챙기되 분위기는 즐기고 싶은 30대 직장인)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TODAY'S JOURNEY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여정 — 7개 모듈, 하나의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M1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어떤 업무를 AI로?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내 홍보 업무를 진단하고 자동화 1순위를 고른다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M2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무엇을 말할까?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목적·타깃·핵심 메시지(메시지 하우스) + 프롬프트 원리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M3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글로 풀어내기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소개문·SNS·블로그·카드뉴스 문안을 톤 유지하며 대량 생성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M4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보이게 만들기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문구와 톤이 맞는 배너·카드뉴스·썸네일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M5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화면 설계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자연어로 홍보 페이지 UI 시안(Google Stitch)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M6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완성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섹션 카피·CTA·사용자 흐름으로 전환되는 페이지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M7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자산으로 남기기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템플릿화·자동화 + 결과물 발표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897880"/>
            <a:ext cx="10332720" cy="50292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각 모듈은 앞 모듈의 결과물을 입력으로 받아 이어집니다 — 따로가 아니라 하나의 캠페인.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1 · 1교시 · 09:00–09:50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M1. AI 기반 업무효율화의 이해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생성형 AI를 "확률적 언어 생성기"로 정확히 이해하고, 내 홍보 워크플로를 입력→처리→출력 단위로 분해해 어디를 자동화할지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워크숍 시작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업무를 진단해 'AI로 바꿀 한 곳'을 찾는다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찾은 그 업무의 메시지부터 잡으러 → M2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AI(LLM)의 동작 원리와 한계(환각)를 설명할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기존 홍보 프로세스가 어떻게 바뀌는지 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입력→처리→출력으로 분해해 자동화 지점을 판단한다.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LLM의 동작 원리(다음 토큰 예측)와 한계(환각)를 알고, "검색기"가 아니라 "생성기"로 다룬다.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AI(LLM)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문맥상 가장 그럴듯한 다음 토큰을 확률적으로 이어 붙인다. 사실 DB 조회가 아니라 패턴 생성 → 출력은 "정답"이 아니라 "가장 그럴듯한 초안".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환각(Hallucination)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근거 없이 그럴듯한 사실·수치·인용을 만들어내는 현상. 통계·날짜·고유명사·법령은 반드시 원본 교차검증.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Human-in-the-loop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AI는 초안 생성, 사람은 사실검증·톤조정·최종승인. 발행 책임은 항상 사람에게.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AI(LLM)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"무알콜 맥주 카피 써줘" → 학습한 수만 개 카피 패턴에서 가장 그럴듯한 문장을 "생성". 어딘가에서 찾아오는 게 아니다.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환각(Hallucination)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"무알콜 맥주 시장이 매년 40% 성장"이라고 자신있게 답해도 출처가 없을 수 있다. 숫자는 반드시 원본 확인.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왜 "검색기 아닌 생성기"가 중요한가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검색기로 착각하면 "정답"을 기대하고 그대로 발행한다. 생성기로 이해하면 "초안을 받아 내가 검수·완성"하는 올바른 사용 습관이 생긴다.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자동화 2×2 매트릭스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가로축 반복성, 세로축 창의성. 반복 高·창의 低(예: 매주 정기 게시글 규격화)가 1순위. 창의 高(브랜드 컨셉 결정)는 사람이 주도.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"입력 → 처리 → 출력" 단위로 쪼개 나열한다.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작업을 반복성(고/저) × 창의성(고/저) 2×2로 분류한다.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반복성 高 · 창의성 低 = 자동화 1순위로 표시한다.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후보마다 현재 소요시간과 AI 도입 후 예상 시간을 숫자로 적는다.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업무 진단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중소기업 홍보 담당자의 업무 컨설턴트야.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업무 목록을 (1) 반복성 (2) AI 자동화 적합도 (3) 추천 도구로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1~5점 표를 만들어 정리하고, 자동화 우선순위를 제안해줘.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[업무 목록]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매주 인스타 게시글 3건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월 1회 보도자료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행사 안내 카드뉴스 제작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업무 진단표가 이렇게 나온다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업무를 (1)반복성 (2)AI 적합도 (3)추천도구로 1~5점 표로 만들고 우선순위를 제안해줘.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매주 인스타 게시글 3건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월 1회 보도자료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행사 카드뉴스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┌─────────────┬─────┬───────┬──────────┐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업무         │반복성│AI적합도│ 추천도구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├─────────────┼─────┼───────┼──────────┤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인스타 게시글 │  5  │   5   │ ChatGPT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보도자료      │  2  │   4   │ Claude 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행사 카드뉴스 │  4  │   4   │ ChatGPT+Canva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└─────────────┴─────┴───────┴──────────┘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1순위: 매주 인스타 게시글(반복 5·적합 5). 여기부터 자동화 권장.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 출력을 검수 없이 발행 → 환각·톤 불일치 사고. 발행 전 사람 검수는 비협상 원칙.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"전부 자동화" 욕심 → 판단·창의 영역까지 맡기면 품질이 무너진다.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진단표 1장(업무·반복성·자동화 적합도·추천 도구·예상 절감시간).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중소기업 현장의 적용 사례로 "효과 큰 한 곳"을 먼저 찾는다(스몰 윈 전략).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업무효율화 ROI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(절감 시간 × 빈도) − (도구 학습·검수 비용). 빈도 높은 업무일수록 효과가 누적된다.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스몰 윈(Small Win)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전 과정을 한 번에 바꾸지 않고, 효과가 즉시 보이는 단일 업무부터 자동화해 조직 신뢰를 쌓는다.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스몰 윈(Small Win)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"전 홍보를 AI로!"(X) → "매주 인스타 게시글만 먼저"(O). 한 곳에서 시간이 확 줄면 팀이 믿고 확대한다.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진단표에서 ROI가 가장 큰 업무 1개를 고른다.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그 업무의 현재 작업 절차를 글로 적는다(=프롬프트의 재료).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 도입 후 새 절차를 그려 보고, 사람이 개입할 검수 지점을 표시한다.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적용 시나리오 설계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업무를 AI로 자동화하는 단계별 절차를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"AI가 하는 일"과 "사람이 검수할 점"을 구분해서 표시해줘.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작성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자동화 도입, 어떻게 시작할까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이렇게 하면 실패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"모든 홍보 업무를 한 번에 자동화"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지점 없이 AI가 바로 발행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효과 측정 없이 막연히 "편해졌다"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이렇게 시작하자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 5점짜리 업무 1개부터(스몰 윈)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단계마다 사람 검수 게이트 배치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절감시간을 숫자로 기록(주 3h→1h)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069848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지점을 정하지 않으면 자동화가 "통제 불가"가 된다. 단계마다 사람 게이트를 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72968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우리 회사 1순위 자동화 시나리오 1건(현재 절차 → AI 절차 → 검수 지점).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범용 초안 생성·요약·분류. 무료(GPT-4o mini 등)로 시작, 표/분류에 강하다.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긴 문서 이해·일관된 톤 유지에 강점. 보도자료처럼 구조가 중요한 글에 적합.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입력→처리→출력으로 분해했다.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진단표를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ROI 1순위 업무의 자동화 시나리오를 그렸다.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01 — 반복 업무 찾기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"매번 똑같이 하는 일"부터 — 자동화 1순위를 고른다.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M2. AI 기반 홍보 기획 실무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2 · 2교시 · 10:00–10:50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M2. AI 기반 홍보 기획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홍보 목적→타깃→핵심 메시지를 구조화하고, 결과 품질을 끌어올리는 프롬프트 작성 원리(역할·맥락·작업·형식 + few-shot)를 체득한다.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M1에서 자동화할 업무를 골랐다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Night Off의 핵심 메시지와 좋은 프롬프트의 골격을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메시지를 실제 글로 → M3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목적·타깃·핵심 메시지를 한 문장으로 정리할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좋은 프롬프트의 구성 요소(R-C-T-F + 예시)를 적용해 결과 품질을 높인다.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홍보 목적 → 타깃고객 → 핵심 메시지 도출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메시지 하우스(핵심 메시지 1 + 근거 3) 구조로 홍보의 뼈대를 먼저 세운다.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연령·역할·고민·구매동기를 한 인물로 구체화. 구체적일수록 카피가 날카로워진다.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지붕(핵심 메시지 1문장) + 기둥(근거 3개). 모든 콘텐츠가 이 한 채에서 파생된다.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가치 제안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"누구에게 / 어떤 문제를 / 어떻게 해결" 한 문장. 기능이 아니라 고객이 얻는 결과로.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"30대 직장인"(막연) → "퇴근 후 혼술하지만 다음날 컨디션이 걱정인 33세 회사원 지현"(구체) → 카피가 날카로워진다.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지붕: "부담 없이 즐기는 진짜 맥주맛" / 기둥: ①진짜 발효 공법 ②칼로리 30%↓ ③알코올 0.0%.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메시지 하우스를 먼저 세우는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뼈대 없이 콘텐츠부터 만들면 채널마다 말이 달라진다. 지붕(핵심 1문장) 하나를 정하면 SNS·블로그·페이지가 모두 한 목소리를 낸다.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페르소나를 3~4개 속성으로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 1문장을 쓴다(가치 제안 형식).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메시지를 떠받칠 근거 3개를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AI에게 메시지 하우스를 검토·보강시킨다.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메시지 하우스 도출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브랜드 전략가야. 아래 정보를 바탕으로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 1문장 + 이를 뒷받침하는 근거 3개(메시지 하우스)를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제품: (예) 무알콜 수제 맥주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타깃: 30대 직장인, 건강은 챙기되 분위기는 즐기고 싶은 사람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차별점: 진짜 맥주 맛, 칼로리 30%↓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메시지 하우스 산출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브랜드 전략가야. 아래로 핵심 메시지 1문장 + 근거 3개(메시지 하우스)를 만들어줘.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제품: 무알콜 수제 맥주 Night Off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타깃: 건강 챙기되 분위기 즐기는 30대 직장인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차별점: 진짜 맥주 맛, 칼로리 30%↓, 알코올 0.0%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[핵심 메시지]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"내일을 망치지 않고, 오늘 밤을 제대로 즐긴다."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[근거 3]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① 진짜 발효 공법 — 무알콜인데 맥주 본연의 풍미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② 칼로리 30%↓ — 죄책감 없는 한 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③ 알코올 0.0% — 운전·내일 출근도 문제없음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목적 → 타깃고객 → 핵심 메시지 도출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메시지가 2개 이상이면 흐려진다. 지붕은 반드시 하나.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기능 나열("효모 무첨가")만 하면 안 된다 → 고객 이득("부담 없이 즐기는")으로 번역.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 1장(핵심 메시지 + 근거 3) · 타깃 페르소나 1명.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결과 품질을 높이는 프롬프트 작성 원리와 실습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같은 요청도 프롬프트 구조에 따라 결과가 갈린다. R-C-T-F + 예시로 품질을 통제한다.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Role(역할)·Context(맥락)·Task(작업)·Format(형식). 네 가지를 명시하면 톤·범위·형태가 안정된다.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Few-shot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원하는 결과 예시 1~3개를 주면 모델이 그 스타일을 모방. 톤 통일의 가장 강력한 장치.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제약 조건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글자 수·금지어·필수 키워드·말투를 명시. 빈칸을 남기면 모델이 임의로 채운다.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역할(15년차 카피라이터)·맥락(30대 타깃, 위트)·작업(헤드라인 5개)·형식(25자, 이모지 금지)를 다 적는다.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Few-shot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예시 "퇴근 후 한 캔, 죄책감은 빼고" 한 줄만 줘도 이후 카피의 톤이 그 결을 따라온다.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막연한 프롬프트("카피 써줘")로 한 번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+ 제약 + 예시 1개를 넣어 다시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두 결과를 나란히 비교하고 차이를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잘 나온 프롬프트를 "내 템플릿"으로 저장한다.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R-C-T-F 프롬프트 골격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[역할] 너는 15년차 카피라이터야.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[맥락] 타깃은 30대 직장인, 톤은 위트있지만 과하지 않게.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[작업] 아래 제품의 인스타 헤드라인 5개를 써줘.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[형식] 각 줄 25자 이내, 끝에 어울리는 이모지 금지(텍스트만).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[예시] "퇴근 후 한 캔, 죄책감은 빼고"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제품: 무알콜 수제 맥주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R-C-T-F로 나온 헤드라인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[역할] 15년차 카피라이터 [맥락] 30대 직장인, 위트있지만 과하지 않게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[작업] 인스타 헤드라인 5개 [형식] 각 25자 이내, 이모지 금지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[예시] "퇴근 후 한 캔, 죄책감은 빼고"  제품: 무알콜 수제 맥주 Night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1. 퇴근길 무게, 한 캔에 내려놓다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2. 오늘 밤은 즐기고, 내일은 멀쩡하게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3. 알코올 0.0, 분위기 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4. 죄책감 빼고, 맥주 맛만 더하고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5. 한 잔의 여유, 숙취 없는 자유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같은 요청, 프롬프트 차이가 결과를 가른다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막연한 프롬프트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입력: "무알콜 맥주 카피 써줘"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출력(예): "건강한 선택, 무알콜 맥주!"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누구에게? 톤은? 길이는? 매번 다르게 나옴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R-C-T-F + 예시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입력: 역할·맥락·작업·형식·예시 모두 명시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출력(예): "퇴근길 무게, 한 캔에 내려놓다"(23자) 외 4개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톤·길이·개수가 의도대로, 재작업 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 품질을 높이는 프롬프트 작성 원리와 실습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형식(글자 수·금지어)을 안 주면 매번 길이·톤이 달라져 재작업이 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예시를 안 주면 톤이 들쭉날쭉 → few-shot 1개만 넣어도 안정된다.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나만의 카피 프롬프트 템플릿 1개(R-C-T-F + 예시 슬롯).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아이디어 발산·변형에 빠르다. "10개 더", "더 짧게"처럼 반복 지시로 좁혀간다.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긴 맥락과 톤 일관성에 강함. 메시지 하우스처럼 구조를 지키는 작업에 유리.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페르소나와 메시지 하우스를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구조로 프롬프트를 작성해 봤다.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재사용할 프롬프트 템플릿을 저장했다.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02 — 홍보 메시지 정의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"누구에게 / 무엇을 / 왜"를 한 줄에 — 모든 프롬프트의 출발점.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M3. AI 기반 콘텐츠 작성 실습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3 · 3교시 · 11:00–11:50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M3. AI 기반 콘텐츠 작성 실습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메시지 하우스를 출발점으로, 채널별(소개문·SNS·블로그·카드뉴스) 문안을 톤을 유지한 채 대량 생성·검수한다.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M2의 메시지 하우스를 손에 쥐었다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메시지를 소개문·SNS·블로그·카드뉴스로 변주한다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문구에 어울리는 비주얼로 → M4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소개문을 톤을 유지하며 작성할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홍보 문안(SNS·블로그·카드뉴스)을 한 번에 생성할 수 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제품 소개문은 "고객 문제 → 해결 → 근거 → 행동유도(CTA)" 흐름으로 구조화한다.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Problem(문제)·Agitate(공감·증폭)·Solution(해결). 짧은 홍보문에서 가장 잘 먹히는 골격.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vs 이득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특징(무엇인가)을 이득(고객이 얻는 것)으로 번역해야 설득된다. "용량 2배"→"두 번 살 일이 없다".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말투·존댓말 여부·금지 표현을 1줄로 고정해 프롬프트에 항상 포함한다.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P:"혼술은 늘고 싶은데 내일이 걱정" → A:"숙취·칼로리 때문에 망설인다" → S:"Night Off면 부담 없이 즐긴다".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vs 이득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"칼로리 30%↓"(특징) → "한 캔 더 마셔도 죄책감 없다"(이득)로 번역해야 설득된다.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M2의 메시지 하우스와 톤 가이드를 프롬프트에 붙여 넣는다.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구조로 소개문 초안을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표현을 이득 표현으로 바꾸도록 1차 수정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사실(수치·기능)을 원본과 대조해 검수한다.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 소개문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[톤] 친근한 반말 금지, 정중하지만 가벼운 존댓말.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[구조] PAS(문제→공감→해결)로, 280자 내외.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[필수] 핵심 메시지: "부담 없이 즐기는 진짜 맥주맛"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특징을 고객 이득으로 바꿔서 써줘.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 정보: 무알콜 수제 맥주, 칼로리 30%↓, 진짜 발효 공법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PAS 소개문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[톤] 정중하지만 가벼운 존댓말 [구조] PAS, 280자 내외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[필수] 핵심 메시지 "부담 없이 즐기는 진짜 맥주맛", 특징을 이득으로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제품: 무알콜 수제 맥주 Night Off (칼로리 30%↓, 발효공법, 알코올 0.0%)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하루를 끝내고 한 잔이 간절한 밤, 그런데 내일 아침이 걱정이신가요?(P)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숙취도, 칼로리도, 운전 걱정도 매번 한 캔을 망설이게 합니다.(A)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Night Off는 진짜 발효 공법으로 맥주 본연의 맛은 살리고 알코올은 0.0%.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칼로리는 30% 낮춰, 오늘 밤을 제대로 즐기고도 내일을 멀쩡하게 시작합니다.(S)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 검증 누락 → 칼로리·성분 수치는 반드시 원본 대조.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매번 안 넣으면 글마다 말투가 바뀐다.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 1편(PAS · 톤 일관 · 사실 검수 완료).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같은 메시지를 채널 규격(글자 수·해시태그·말투)에 맞춰 한 번에 변주한다.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규격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인스타(짧고 빠르게)·블로그(검색 키워드 길게)·카드뉴스(장당 한 문장). 채널마다 호흡이 다르다.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 믹스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대형(노출)·중형(관련성)·롱테일(전환)을 섞는다. 대형만 쓰면 묻힌다.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원소스 멀티유즈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메시지 하우스에서 모든 채널을 파생 → 톤 일관 + 제작 속도.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 믹스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대형 #무알콜맥주 / 중형 #혼술추천 / 롱테일 #내일출근혼술 처럼 섞어야 노출+전환을 같이 잡는다.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원소스 멀티유즈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 메시지 하우스 1개 → 인스타·블로그·카드뉴스가 모두 거기서 파생되어 톤이 안 흔들린다.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소개문(M3-1)을 입력으로 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"인스타 캡션 / 블로그 도입부 / 카드뉴스 5장 문구"로 동시 변주를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분류해 10개 받는다.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채널 규격(길이·금지어)에 맞는지 검수한다.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채널 멀티유즈 변주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소개문을 3개 채널용으로 변주해줘. 톤은 동일하게 유지.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1) 인스타 캡션: 120자 이내 + 해시태그 10개(대형3·중형4·롱테일3)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2) 블로그 도입부: 검색 키워드 "무알콜 맥주" 포함, 3문단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3) 카드뉴스: 5장, 장당 한 문장(15자 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[소개문]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{여기에 M3-1 결과 붙여넣기}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해시태그, 대형만 쓰면?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대형 태그만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#맥주 #술 #혼술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경쟁 글 수십만 개에 묻힘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도달은 넓지만 전환은 거의 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대·중·롱테일 믹스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대형 #무알콜맥주 (노출)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중형 #혼술추천 #홈술 (관련성)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롱테일 #내일출근혼술 #숙취없는맥주 (전환)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글자수 제약을 빼먹으면 규격 초과로 재작업.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대형만 넣으면 경쟁에 묻힌다 → 롱테일 필수.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SNS 캡션 + 해시태그 10개 + 블로그 도입부 + 카드뉴스 5장 문구 세트.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빠른 변주·해시태그 생성. "표로", "더 짧게" 반복 지시로 다듬는다.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블로그·보도자료처럼 길고 구조적인 글에서 톤 유지가 안정적.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고정해 소개문을 작성했다.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메시지를 3개 채널로 변주했다.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구성했다.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03 — 홍보 콘텐츠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톤앤매너 키워드를 고정하면 채널이 달라도 톤이 유지된다.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M4. AI 기반 시각자료 제작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4 · 4교시 · 13:00–13:50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M4. AI 기반 시각자료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이미지 생성 AI의 프롬프트 구조(피사체·스타일·구도·색·금지)를 이해하고, 문구와 톤이 일치하는 홍보 시각자료를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M3의 카드뉴스 문구가 준비됐다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문구와 톤이 맞는 시각자료를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콘텐츠·비주얼을 담을 화면을 설계하러 → M5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 생성 AI로 홍보용 시각자료 초안을 만들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이미지와 카피의 톤을 일치시킬 수 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이미지 프롬프트는 "무엇을 + 어떤 스타일 + 구도/조명 + 색 + 금지요소" 순서로 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[피사체]+[스타일/매체]+[구도·조명]+[색 팔레트]+[--no 금지요소]. 디테일은 영어가 유리할 때가 많다.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종횡비(Aspect Ratio)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 1:1, 스토리/릴스 9:16, 썸네일 16:9, 배너 가로형. 채널 규격을 먼저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저작권·상업적 이용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도구별 약관·초상권 확인. 로고·실제 인물·타사 상표는 생성에 넣지 않는다.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구조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[피사체] 무알콜 맥주 캔 + [스타일] 미니멀 스튜디오 + [조명] 부드러운 측광 + [색] amber+navy + [--no] 글자·로고.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종횡비(Aspect Ratio)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 피드 1:1, 릴스 9:16, 유튜브 썸네일 16:9 — 만들기 전에 어디 쓸지부터 정한다.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만들 비주얼의 용도와 종횡비를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프롬프트를 5요소 구조로 작성한다(텍스트는 편집 도구에서 얹는다).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2~3장 변형 생성 후 가장 의도에 맞는 1장을 고른다.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배너 이미지 프롬프트(영문 예시)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minimal product banner background for a craft non-alcoholic beer,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studio side-light, warm amber + deep navy palette,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clean negative space on the left for text, 16:9,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logo, real people, neon, watermark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배너 이미지 프롬프트(영문)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minimal product banner for a craft non-alcoholic beer "Night Off",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studio side-light, warm amber + deep navy palette,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clean negative space on the left for text, 16:9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logo, real people, neon, watermark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결과(기대): 좌측 1/3이 비어 헤드라인 얹기 좋은 배너.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호박빛 조명 아래 캔이 중앙, 짙은 남색 배경, 글자·로고 없이 깔끔.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Canva로 가져가 M2 헤드라인 "오늘 밤은 즐기고, 내일은 멀쩡하게"를 좌측에 얹는다.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이미지 프롬프트, 디테일이 결과를 만든다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막연한 프롬프트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"맥주 광고 이미지 만들어줘"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글자가 박힌 깨진 이미지, 랜덤 색감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워터마크·이상한 손이 섞임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5요소 구조 + 금지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피사체·스타일·조명·색·종횡비 명시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warm amber + deep navy, 16:9, 좌측 여백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--no text, logo, watermark 로 노이즈 제거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이미지에 글자를 생성시키면 깨진 글자가 나온다 → 텍스트는 Canva 등에서 얹는다.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금지요소(--no)를 안 주면 워터마크·이상한 손·로고가 섞인다.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배너 또는 썸네일 1종(채널 규격 · 상업적 이용 확인).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카드뉴스 세트는 "같은 스타일 키워드 재사용 + 동일 레이아웃"으로 톤을 통일한다.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스타일 시드(Seed) 고정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같은 스타일 키워드(또는 seed)를 재사용하면 여러 장의 톤이 일관된다.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그리드·여백 시스템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카드마다 제목 위치·여백·폰트를 고정해 시리즈처럼 보이게 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문구-비주얼 정합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M3 카드뉴스 문구를 그대로 얹어 메시지와 이미지가 따로 놀지 않게.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스타일 시드(Seed) 고정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카드 1~5장에 같은 스타일 문장(warm amber+navy, flat minimal)을 재사용 → 한 시리즈처럼 보인다.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M4-1의 스타일 키워드를 그대로 재사용해 배경 2~3장을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편집 도구(Canva)에서 동일 템플릿에 M3 문구를 얹는다.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제목 위치·폰트·색을 카드 간 통일한다.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종횡비로 일괄 내보내기 한다.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카드뉴스 배경 일관성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same visual style as before: warm amber + navy, flat minimal,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grain, generous top margin for a one-line title, 1:1,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make 3 variations keeping identical mood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busy 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카드뉴스 5장, 톤이 따로 노는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매번 새 스타일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장마다 다른 색·질감으로 생성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5장이 제각각, 시리즈 느낌 X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 가독성 낮은 화려한 배경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키워드 재사용 + 여백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동일 스타일 키워드로 3변형 생성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제목 위치·폰트·색 카드 간 통일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상단 여백 확보로 한 줄 문구 또렷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카드마다 스타일을 새로 지정하면 시리즈가 따로 논다 → 키워드 재사용.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배경이 너무 화려하면 문구 가독성이 떨어진다 → 여백 확보.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문구·톤이 일치하는 카드뉴스 1세트(2~3장).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ImageFX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Google의 무료 이미지 생성. 한글 프롬프트도 가능, 빠른 시안에 적합.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DALL·E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ChatGPT 내장. 구도·컨셉 잡기에 편리. 텍스트 렌더는 여전히 약함.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Canva AI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생성+편집+규격 내보내기를 한 곳에서. 문구 얹기·배경 제거·리사이즈에 강하다.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용도에 맞는 종횡비로 배너/썸네일을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같은 스타일로 카드뉴스 세트를 통일했다.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04 — 홍보 시각자료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문구와 톤을 맞추려면 같은 스타일 키워드를 재사용한다.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M5. AI 기반 UI 시안 제작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5 · 5교시 · 14:00–14:50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M5. AI 기반 UI 시안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Google Stitch로 자연어 설명만으로 홍보용 UI 시안을 생성하고, 랜딩/이벤트 페이지의 화면 구조와 흐름을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M3·M4의 콘텐츠·비주얼이 모였다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이것들을 담을 홍보 페이지 UI 시안을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시안에 카피·이미지를 채워 실제 페이지로 → M6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자연어 설명으로 홍보용 UI 시안을 생성할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페이지의 화면 구조와 흐름을 설계할 수 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Stitch는 자연어 프롬프트 → UI 시안 생성 도구. "무엇을 위한 화면인지"를 명확히 주는 게 핵심.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자연어로 앱/웹 UI 시안을 생성하는 구글 도구. 화면 목적·섹션·톤을 주면 시안과 레이아웃을 만든다.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디자인 브리프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목적·타깃·핵심 행동(CTA)·톤·필수 섹션을 한 문단으로. 시안 품질은 브리프 품질에 비례.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반복(Iteration)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번에 완성하지 않고 "히어로를 더 크게", "후기 섹션 추가"처럼 부분 수정으로 다듬는다.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디자인 브리프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목적(사전예약)·톤(warm premium)·섹션(히어로·특징·후기·FAQ·CTA)을 한 문단으로 주면 시안 품질이 확 오른다.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반복(Iteration)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"히어로를 더 크게", "후기 섹션 추가"처럼 부분 지시로 2~3회 다듬는 게 정석.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목적과 핵심 행동(CTA)을 한 문장으로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필수 섹션 목록을 적는다(히어로·특징·후기·CTA 등).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Stitch에 디자인 브리프를 입력해 첫 시안을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부분 수정 지시로 2~3회 반복해 다듬는다.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Stitch 디자인 브리프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Create a landing page for a craft non-alcoholic beer brand.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Goal: get visitors to pre-order.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Tone: warm, premium, minimal (amber + navy).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Sections: hero with one-line headline + CTA button,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 feature cards, customer quotes, FAQ, final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Mobile-first layout.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Stitch 브리프 → 생성 화면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Create a landing page for "Night Off", a craft non-alcoholic beer.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Goal: pre-order. Tone: warm, premium, minimal (amber + navy).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Sections: hero(headline+CTA), 3 features, customer quotes, FAQ, final CTA.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Mobile-first.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결과(기대): 위→아래로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① 히어로(한 줄 헤드라인 + "사전예약" 버튼)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② 특징 3카드(발효공법·저칼로리·0.0%)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③ 고객 후기 ④ FAQ ⑤ 하단 CTA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"특징을 2개로 줄여줘"처럼 부분 수정으로 다듬는다.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목적/CTA 없이 "예쁘게"만 요청하면 방향 없는 시안이 나온다.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번에 완벽 기대 금지 → 부분 수정 반복이 정석.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홍보용 페이지 UI 시안 1개(히어로·특징·CTA 포함).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랜딩/이벤트 페이지는 "한 페이지 = 하나의 목표"로 화면 흐름을 설계한다.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 1목표 원칙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페이지는 하나의 전환 목표(구매·신청·문의)만. 목표가 여러 개면 전환율이 떨어진다.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시각적 흐름(F/Z 패턴)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시선 동선을 고려해 핵심 메시지와 CTA를 동선 위에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와이어프레임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색·이미지 전에 박스로 구조를 먼저 잡는 저해상도 설계.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 1목표 원칙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Night Off 페이지의 목표는 오직 "사전예약". 구매·뉴스레터·문의를 한 페이지에 다 넣으면 전환이 분산된다.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페이지의 단일 목표를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 순서를 와이어프레임(박스)으로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 시안을 이 구조에 맞춰 조정한다.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첫 화면과 마지막에 반복되는지 확인한다.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구조 조정 지시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Refine the page: move the primary CTA into the hero,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add a sticky top bar with the CTA,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reduce sections to: hero, 3 benefits, social proof,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Keep it single-goal: pre-order.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한 페이지, 목표가 몇 개?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목표 여럿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사전예약+뉴스레터+매장찾기+문의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방문자가 뭘 해야 할지 혼란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흩어져 전환율 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1페이지 1목표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목표는 "사전예약" 하나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CTA를 히어로·하단에 반복 배치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나머지는 과감히 덜어냄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페이지에 목표가 여럿이면 전환이 분산된다 → 1페이지 1목표.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한 번만 있으면 놓친다 → 상단·하단 반복 배치.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캠페인용 페이지 구조(와이어프레임) + 조정된 Stitch 시안.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자연어→UI 시안. 디자인 브리프를 영어로 주면 안정적. 부분 수정 반복으로 완성도를 올린다.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Figma(선택)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더 정교하게 다듬고 싶을 때 내보내 편집.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목적·CTA를 한 문장으로 정의했다.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Stitch로 시안을 생성하고 반복 수정했다.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단일 목표 원칙으로 섹션을 정리했다.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05 — UI 시안(Stitch)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원하는 화면을 자연어로 설명하고, 시안을 반복 수정한다.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M6. AI 기반 페이지 구성 실무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6 · 6교시 · 15:00–15:50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M6. AI 기반 페이지 구성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시안을 실제 홍보 페이지로 구성한다. 섹션별 카피·CTA·사용자 흐름을 설계해 "전환되는 페이지"를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M5의 시안 구조가 잡혔다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섹션 카피·CTA·사용자 흐름으로 전환되는 페이지를 완성한다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제작 과정을 반복 자산으로 → M7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섹션 구성과 CTA 문구를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맞춰 서비스 소개형 페이지를 구성할 수 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섹션마다 역할이 있다. 히어로=후킹, 특징=설득, 후기=신뢰, CTA=행동.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히어로 섹션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3초 안에 "무엇을·왜"를 전달. 한 줄 헤드라인 + 보조 문구 + CTA 버튼.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카피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"제출"보다 "지금 무료로 받기"처럼 이득을 담은 동사로. 버튼은 1차 행동 1개에 집중.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사회적 증거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후기·사용 수·로고로 신뢰를 보강. 숫자가 있으면 더 강력하다.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히어로 섹션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3초 안에 "무엇을·왜". Night Off라면 헤드라인 "내일을 망치지 않는 한 잔" + "사전예약" 버튼.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카피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"제출"(X) → "지금 사전예약하고 20% 받기"(O). 이득을 담은 동사로.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시안의 각 섹션에 역할을 매핑한다(후킹/설득/신뢰/행동).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 메시지 하우스를 히어로 헤드라인으로 변환한다.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이득 중심 카피로 3개 작성한다.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문구를 이득형 동사로 3종 만들어 A/B 후보로 둔다.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카피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랜딩페이지 섹션 카피를 써줘. 톤은 따뜻·프리미엄.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히어로 헤드라인 1줄(20자 내) + 보조문구 1줄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특징 3개: 각 [소제목 + 이득 한 줄]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CTA 버튼 문구 3종(이득형 동사)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메시지: 부담 없이 즐기는 진짜 맥주맛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섹션 카피 산출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랜딩 섹션 카피를 써줘. 톤 따뜻·프리미엄.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히어로 헤드라인 1줄(20자내)+보조문구 - 특징 3개[소제목+이득 한 줄]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CTA 3종(이득형). 핵심 메시지: 부담 없이 즐기는 진짜 맥주맛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[히어로] "내일을 망치지 않는 한 잔" / 진짜 맥주맛, 알코올은 0.0%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[특징] 발효공법 — 무알콜인데 진짜 맥주맛 / 저칼로리 — 한 캔 더도 가볍게 / 0.0% — 운전도 출근도 문제없이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[CTA] ①지금 사전예약하고 20% 받기 ②첫 한 박스 받아보기 ③출시 알림 신청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"더보기"처럼 모호하면 클릭률이 떨어진다 → 이득을 담는다.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스펙 나열로 쓰면 안 읽힌다 → 이득 한 줄로.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섹션별 카피 + CTA 문구 3종(A/B 후보).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사용자 흐름(인지→관심→욕구→행동)에 맞춰 섹션 순서와 정보 우선순위를 정한다.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Attention→Interest→Desire→Action. 섹션 순서를 이 흐름에 맞춘다.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정보 우선순위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가장 중요한 1가지를 첫 화면에. 스크롤할수록 보조 정보로 내려간다.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인지 부하 줄이기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섹션 한 메시지. 선택지를 줄여 행동을 쉽게 만든다.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Attention(히어로)→Interest(특징)→Desire(후기·사회적 증거)→Action(CTA) 순으로 섹션을 배열.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섹션을 AIDA 흐름으로 재배열한다.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첫 화면에 핵심 메시지+CTA가 보이는지 확인한다.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불필요한 섹션을 덜어낸다(한 페이지 한 목표).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모바일에서 흐름이 깨지지 않는지 점검한다.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흐름 점검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섹션 순서를 AIDA 관점에서 검토하고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더 전환이 잘 되는 순서로 재배열 + 이유를 알려줘.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현재: 특징 → 히어로 → FAQ → 후기 → 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CTA 문구, 한 끗 차이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모호한 CTA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"더보기"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"제출하기"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클릭해서 뭘 얻는지 안 보임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이득형 CTA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"지금 사전예약하고 20% 받기"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"숙취 없는 첫 박스 받아보기"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행동의 이득이 분명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섹션이 너무 많으면 이탈한다 → 핵심만 남긴다.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 미점검 → 데스크톱만 보고 발행하면 흐름이 깨진다.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맞춘 서비스 소개형 페이지 구성 1개.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 단계에서 섹션 구조를 잡는다.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Framer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실제 게시 가능한 반응형 페이지로. 노코드로 공개 URL 발급.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Carrd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가벼운 원페이지 프로모션에 적합. 빠르게 공개.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섹션마다 역할을 부여했다.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이득형 CTA를 3종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흐름으로 섹션을 재배열했다.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06 — 홍보페이지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사용자 흐름(인지→관심→행동) 순으로 섹션을 배치한다.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M7. AI 기반 반복업무 자동화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7 · 7–8교시 · 16:00–17:50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M7. AI 기반 반복업무 자동화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하루 동안 만든 산출물을 재사용 템플릿으로 자산화하고, 반복 홍보업무를 자동화 루틴으로 설계한다. (2시간 · 결과물 완성·발표 포함)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M1~M6의 결과물이 모두 모였다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오늘 만든 것을 템플릿·자동화로 자산화하고 발표한다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하루의 결과물이 내일의 자산으로 🏁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 홍보업무를 템플릿화하고 실무 적용 프로세스를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완성하고 현업 적용 방안을 정리할 수 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반복업무는 "프롬프트 + 체크리스트 + 자산"의 3종 세트로 템플릿화한다.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라이브러리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잘 작동한 프롬프트를 용도별로 모은 개인 자산. 다음엔 0에서 시작하지 않는다.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콘텐츠 리퍼포징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핵심 콘텐츠를 여러 채널·형식으로 재가공(원소스 멀티유즈의 운영판).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워크플로 자동화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트리거→생성→사람 검수→발행 단계 정의. Make/Zapier로 일부 단계를 연결.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라이브러리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오늘 잘 된 R-C-T-F 헤드라인 프롬프트를 노션에 저장 → 다음 신제품 땐 제품명만 바꿔 재사용.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워크플로 자동화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트리거(매주 월 09:00)→ChatGPT 초안→사람 검수→인스타 예약발행. Make로 연결.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오늘의 프롬프트 중 재사용할 것을 라이브러리에 정리한다.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1개를 "트리거 → 생성 → 검수 → 발행" 단계로 그린다.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단계의 입력/출력과 담당(AI/사람)을 명시한다.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월간 반복 시 예상 절감시간을 적는다.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워크플로 설계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반복 홍보업무를 자동화 워크플로로 설계해줘.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"트리거 / AI 단계 / 사람 검수 / 발행"으로 표를 만들고,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쓸 도구와 예상 소요시간을 적어줘.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+ 카드뉴스 발행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자동화 워크플로 설계 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반복 업무를 자동화 워크플로로 설계해줘. "트리거/AI/사람검수/발행" 표 + 도구·소요시간.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+ 카드뉴스 발행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5029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┌────────┬───────────────┬──────────┬──────┐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단계    │ 하는 일        │ 도구      │ 시간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├────────┼───────────────┼──────────┼──────┤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트리거  │ 매주 월 09:00  │ Make     │  - 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AI생성  │ 게시글+문구 초안│ ChatGPT  │ 2분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사람검수│ 사실·톤 확인   │ 담당자    │ 5분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발행    │ 인스타 예약발행 │ Make     │ 1분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└────────┴───────────────┴──────────┴──────┘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기존 주 3시간 → 약 10분. 검수는 사람이 게이트.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단계를 빼고 자동 발행하면 사고 위험 → 사람 게이트 필수.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템플릿을 안 남기면 매번 처음부터 → 라이브러리화가 핵심 자산.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 + 자동화 워크플로 1건.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오늘의 결과물을 모아 발표하고, 현업 적용 계획과 체크리스트로 마무리한다.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M2~M6 산출물(메시지·콘텐츠·시각자료·시안·페이지)을 한 폴더/문서로 묶어 포트폴리오화.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루프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발표 → 동료/강사 피드백 → 1개 개선점 도출. 작은 개선을 즉시 반영.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적용 체크리스트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내일부터 쓸 1가지를 구체적 행동으로("매주 화 10시, 카드뉴스 템플릿으로 발행").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 메시지하우스 + M3 콘텐츠 + M4 카드뉴스 + M5 시안 + M6 페이지를 노션 한 페이지로 묶어 포트폴리오화.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적용 체크리스트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"언젠가"(X) → "매주 화 10시, 카드뉴스 템플릿으로 발행"(O). 요일·시간까지.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한 문서로 모은다.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2분 발표로 만든 것과 적용 계획을 공유한다.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중 개선점 1개를 즉시 반영한다.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활용 체크리스트(다음 주 실행 1가지)를 작성한다.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회고·체크리스트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오늘 만든 결과물 목록을 줄게. 이걸 바탕으로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(1) 한 문단 발표 스크립트 (2) 현업 적용 체크리스트 5개를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결과물: 메시지 하우스, 소개문, 카드뉴스, UI 시안, 랜딩페이지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워크숍이 끝난 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흔한 끝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"좋았다"로 끝, 자료는 흩어짐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"언젠가 적용해봐야지"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달 뒤 0에서 다시 시작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20040" tIns="32004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자산으로 남기기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결과물·프롬프트를 한 곳에 패키지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다음 주 실행 1가지를 날짜까지 확정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템플릿 재사용으로 매번 시간 절약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069848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"언젠가 해보겠다"는 적용 실패의 신호 → 요일·시간까지 구체화.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72968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+ 발표 + 실무 활용 체크리스트.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Make / Zapier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트리거-액션으로 단계 연결. 무료 한도로 간단한 자동화부터 시작.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노션 / 구글 문서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프롬프트 라이브러리·결과물 패키지·체크리스트를 보관하는 허브.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자동화 워크플로를 1건 설계했다.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결과물을 모아 발표하고 적용 체크리스트를 작성했다.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07 — 자동화 루틴 완성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오늘 만든 결과물을 재사용 템플릿으로 묶는다.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WRAP-UP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600"/>
              </a:spcAft>
            </a:pPr>
            <a:r>
              <a:rPr sz="34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하루의 결과물이, 내일의 자산으로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8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오늘 'Night Off' 캠페인을 처음부터 끝까지 만들었습니다 —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 하우스(M2) → 콘텐츠 세트(M3) → 시각자료(M4)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UI 시안(M5) → 홍보 페이지(M6) → 자동화 루틴(M7)</a:t>
            </a:r>
          </a:p>
          <a:p>
            <a:pPr algn="l">
              <a:lnSpc>
                <a:spcPct val="118000"/>
              </a:lnSpc>
              <a:spcBef>
                <a:spcPts val="1600"/>
              </a:spcBef>
              <a:spcAft>
                <a:spcPts val="400"/>
              </a:spcAft>
            </a:pPr>
            <a:r>
              <a:rPr sz="1500" b="0">
                <a:solidFill>
                  <a:srgbClr val="9FAEC8"/>
                </a:solidFill>
                <a:latin typeface="Pretendard"/>
                <a:ea typeface="Pretendard"/>
                <a:cs typeface="Pretendard"/>
              </a:rPr>
              <a:t>이제 제품명만 바꾸면, 다음 캠페인은 처음부터 시작하지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
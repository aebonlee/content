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2교시 · 10:00–10:50  ·  1시간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M2. AI 기반 홍보 기획 실무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홍보 목적→타깃→핵심 메시지를 구조화하고, 결과 품질을 끌어올리는 프롬프트 작성 원리(역할·맥락·작업·형식 + few-shot)를 체득한다.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8A99B5"/>
                </a:solidFill>
                <a:latin typeface="JetBrains Mono"/>
                <a:ea typeface="JetBrains Mono"/>
                <a:cs typeface="JetBrains Mono"/>
              </a:rPr>
              <a:t>AI로 만드는 홍보 실무 — 1일 워크숍 학습자료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홍보 목적·타깃·핵심 메시지를 한 문장으로 정리할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좋은 프롬프트의 구성 요소(R-C-T-F + 예시)를 적용해 결과 품질을 높인다.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홍보 목적 → 타깃고객 → 핵심 메시지 도출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 품질을 높이는 프롬프트 작성 원리와 실습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홍보 목적 → 타깃고객 → 핵심 메시지 도출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메시지 하우스(핵심 메시지 1 + 근거 3) 구조로 홍보의 뼈대를 먼저 세운다.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타깃 페르소나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연령·역할·고민·구매동기를 한 인물로 구체화. 구체적일수록 카피가 날카로워진다.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메시지 하우스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지붕(핵심 메시지 1문장) + 기둥(근거 3개). 모든 콘텐츠가 이 한 채에서 파생된다.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가치 제안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"누구에게 / 어떤 문제를 / 어떻게 해결" 한 문장. 기능이 아니라 고객이 얻는 결과로.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타깃 페르소나를 3~4개 속성으로 적는다.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 메시지 1문장을 쓴다(가치 제안 형식).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 메시지를 떠받칠 근거 3개를 적는다.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AI에게 메시지 하우스를 검토·보강시킨다.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메시지 하우스 도출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 브랜드 전략가야. 아래 정보를 바탕으로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 메시지 1문장 + 이를 뒷받침하는 근거 3개(메시지 하우스)를 만들어줘.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제품: (예) 무알콜 수제 맥주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타깃: 30대 직장인, 건강은 챙기되 분위기는 즐기고 싶은 사람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차별점: 진짜 맥주 맛, 칼로리 30%↓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 목적 → 타깃고객 → 핵심 메시지 도출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 메시지가 2개 이상이면 흐려진다. 지붕은 반드시 하나.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기능 나열("효모 무첨가")만 하면 안 된다 → 고객 이득("부담 없이 즐기는")으로 번역.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메시지 하우스 1장(핵심 메시지 + 근거 3) · 타깃 페르소나 1명.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결과 품질을 높이는 프롬프트 작성 원리와 실습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같은 요청도 프롬프트 구조에 따라 결과가 갈린다. R-C-T-F + 예시로 품질을 통제한다.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R-C-T-F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Role(역할)·Context(맥락)·Task(작업)·Format(형식). 네 가지를 명시하면 톤·범위·형태가 안정된다.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Few-shot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원하는 결과 예시 1~3개를 주면 모델이 그 스타일을 모방. 톤 통일의 가장 강력한 장치.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제약 조건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글자 수·금지어·필수 키워드·말투를 명시. 빈칸을 남기면 모델이 임의로 채운다.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막연한 프롬프트("카피 써줘")로 한 번 생성한다.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R-C-T-F + 제약 + 예시 1개를 넣어 다시 생성한다.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두 결과를 나란히 비교하고 차이를 적는다.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잘 나온 프롬프트를 "내 템플릿"으로 저장한다.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R-C-T-F 프롬프트 골격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[역할] 너는 15년차 카피라이터야.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[맥락] 타깃은 30대 직장인, 톤은 위트있지만 과하지 않게.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[작업] 아래 제품의 인스타 헤드라인 5개를 써줘.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[형식] 각 줄 25자 이내, 끝에 어울리는 이모지 금지(텍스트만).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[예시] "퇴근 후 한 캔, 죄책감은 빼고"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제품: 무알콜 수제 맥주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결과 품질을 높이는 프롬프트 작성 원리와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형식(글자 수·금지어)을 안 주면 매번 길이·톤이 달라져 재작업이 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예시를 안 주면 톤이 들쭉날쭉 → few-shot 1개만 넣어도 안정된다.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나만의 카피 프롬프트 템플릿 1개(R-C-T-F + 예시 슬롯).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도구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ChatGPT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아이디어 발산·변형에 빠르다. "10개 더", "더 짧게"처럼 반복 지시로 좁혀간다.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Claude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긴 맥락과 톤 일관성에 강함. 메시지 하우스처럼 구조를 지키는 작업에 유리.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타깃 페르소나와 메시지 하우스를 만들었다.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R-C-T-F 구조로 프롬프트를 작성해 봤다.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재사용할 프롬프트 템플릿을 저장했다.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02 — 홍보 메시지 정의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"누구에게 / 무엇을 / 왜"를 한 줄에 — 모든 프롬프트의 출발점.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▶  다음  </a:t>
            </a: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M3. AI 기반 콘텐츠 작성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
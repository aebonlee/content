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3교시 · 11:00–11:50  ·  1시간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M3. AI 기반 콘텐츠 작성 실습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메시지 하우스를 출발점으로, 채널별(소개문·SNS·블로그·카드뉴스) 문안을 톤을 유지한 채 대량 생성·검수한다.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소개문을 톤을 유지하며 작성할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채널별 홍보 문안(SNS·블로그·카드뉴스)을 한 번에 생성할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소개문과 홍보 문안 작성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SNS 게시글·블로그 초안·행사 안내문·카드뉴스 문구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제품·서비스 소개문과 홍보 문안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제품 소개문은 "고객 문제 → 해결 → 근거 → 행동유도(CTA)" 흐름으로 구조화한다.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Problem(문제)·Agitate(공감·증폭)·Solution(해결). 짧은 홍보문에서 가장 잘 먹히는 골격.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vs 이득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특징(무엇인가)을 이득(고객이 얻는 것)으로 번역해야 설득된다. "용량 2배"→"두 번 살 일이 없다".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말투·존댓말 여부·금지 표현을 1줄로 고정해 프롬프트에 항상 포함한다.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M2의 메시지 하우스와 톤 가이드를 프롬프트에 붙여 넣는다.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구조로 소개문 초안을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표현을 이득 표현으로 바꾸도록 1차 수정 지시한다.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사실(수치·기능)을 원본과 대조해 검수한다.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제품 소개문 생성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[톤] 친근한 반말 금지, 정중하지만 가벼운 존댓말.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[구조] PAS(문제→공감→해결)로, 280자 내외.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[필수] 핵심 메시지: "부담 없이 즐기는 진짜 맥주맛"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특징을 고객 이득으로 바꿔서 써줘.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 정보: 무알콜 수제 맥주, 칼로리 30%↓, 진짜 발효 공법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제품·서비스 소개문과 홍보 문안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사실 검증 누락 → 칼로리·성분 수치는 반드시 원본 대조.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가이드를 매번 안 넣으면 글마다 말투가 바뀐다.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 1편(PAS · 톤 일관 · 사실 검수 완료).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SNS 게시글·블로그 초안·행사 안내문·카드뉴스 문구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같은 메시지를 채널 규격(글자 수·해시태그·말투)에 맞춰 한 번에 변주한다.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 규격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인스타(짧고 빠르게)·블로그(검색 키워드 길게)·카드뉴스(장당 한 문장). 채널마다 호흡이 다르다.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 믹스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대형(노출)·중형(관련성)·롱테일(전환)을 섞는다. 대형만 쓰면 묻힌다.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원소스 멀티유즈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하나의 메시지 하우스에서 모든 채널을 파생 → 톤 일관 + 제작 속도.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소개문(M3-1)을 입력으로 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"인스타 캡션 / 블로그 도입부 / 카드뉴스 5장 문구"로 동시 변주를 지시한다.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대·중·롱테일로 분류해 10개 받는다.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채널 규격(길이·금지어)에 맞는지 검수한다.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채널 멀티유즈 변주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소개문을 3개 채널용으로 변주해줘. 톤은 동일하게 유지.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1) 인스타 캡션: 120자 이내 + 해시태그 10개(대형3·중형4·롱테일3)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2) 블로그 도입부: 검색 키워드 "무알콜 맥주" 포함, 3문단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3) 카드뉴스: 5장, 장당 한 문장(15자 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[소개문]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{여기에 M3-1 결과 붙여넣기}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SNS 게시글·블로그 초안·행사 안내문·카드뉴스 문구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채널별 글자수 제약을 빼먹으면 규격 초과로 재작업.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대형만 넣으면 경쟁에 묻힌다 → 롱테일 필수.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SNS 캡션 + 해시태그 10개 + 블로그 도입부 + 카드뉴스 5장 문구 세트.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빠른 변주·해시태그 생성. "표로", "더 짧게" 반복 지시로 다듬는다.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블로그·보도자료처럼 길고 구조적인 글에서 톤 유지가 안정적.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가이드를 고정해 소개문을 작성했다.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메시지를 3개 채널로 변주했다.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대·중·롱테일로 구성했다.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03 — 홍보 콘텐츠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톤앤매너 키워드를 고정하면 채널이 달라도 톤이 유지된다.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M4. AI 기반 시각자료 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
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603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47472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34340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21207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8075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15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4교시 · 13:00–13:50  ·  1시간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M4. AI 기반 시각자료 제작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이미지 생성 AI의 프롬프트 구조(피사체·스타일·구도·색·금지)를 이해하고, 문구와 톤이 일치하는 홍보 시각자료를 만든다.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8A99B5"/>
                </a:solidFill>
                <a:latin typeface="JetBrains Mono"/>
                <a:ea typeface="JetBrains Mono"/>
                <a:cs typeface="JetBrains Mono"/>
              </a:rPr>
              <a:t>AI로 만드는 홍보 실무 — 1일 워크숍 학습자료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이미지 생성 AI로 홍보용 시각자료 초안을 만들 수 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이미지와 카피의 톤을 일치시킬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AGENDA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오늘의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배너·카드뉴스·썸네일 등 시각자료 초안 제작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이미지와 문구의 일관성 확보 방법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1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배너·카드뉴스·썸네일 등 시각자료 초안 제작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이미지 프롬프트는 "무엇을 + 어떤 스타일 + 구도/조명 + 색 + 금지요소" 순서로 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프롬프트 구조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[피사체]+[스타일/매체]+[구도·조명]+[색 팔레트]+[--no 금지요소]. 디테일은 영어가 유리할 때가 많다.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종횡비(Aspect Ratio)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인스타 1:1, 스토리/릴스 9:16, 썸네일 16:9, 배너 가로형. 채널 규격을 먼저 정한다.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저작권·상업적 이용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도구별 약관·초상권 확인. 로고·실제 인물·타사 상표는 생성에 넣지 않는다.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만들 비주얼의 용도와 종횡비를 정한다.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프롬프트를 5요소 구조로 작성한다(텍스트는 편집 도구에서 얹는다).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2~3장 변형 생성 후 가장 의도에 맞는 1장을 고른다.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4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상업적 이용 가능 여부를 확인한다.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홍보 배너 이미지 프롬프트(영문 예시)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rIns="365760" tIns="502920" bIns="3200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minimal product banner background for a craft non-alcoholic beer,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soft studio side-light, warm amber + deep navy palette,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clean negative space on the left for text, 16:9,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--no text, logo, real people, neon, watermark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배너·카드뉴스·썸네일 등 시각자료 초안 제작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28600" bIns="182880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이미지에 글자를 생성시키면 깨진 글자가 나온다 → 텍스트는 Canva 등에서 얹는다.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금지요소(--no)를 안 주면 워터마크·이상한 손·로고가 섞인다.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01168" bIns="182880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배너 또는 썸네일 1종(채널 규격 · 상업적 이용 확인).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2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이미지와 문구의 일관성 확보 방법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카드뉴스 세트는 "같은 스타일 키워드 재사용 + 동일 레이아웃"으로 톤을 통일한다.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스타일 시드(Seed) 고정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같은 스타일 키워드(또는 seed)를 재사용하면 여러 장의 톤이 일관된다.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그리드·여백 시스템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카드마다 제목 위치·여백·폰트를 고정해 시리즈처럼 보이게 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문구-비주얼 정합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M3 카드뉴스 문구를 그대로 얹어 메시지와 이미지가 따로 놀지 않게.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M4-1의 스타일 키워드를 그대로 재사용해 배경 2~3장을 생성한다.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편집 도구(Canva)에서 동일 템플릿에 M3 문구를 얹는다.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제목 위치·폰트·색을 카드 간 통일한다.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4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채널 종횡비로 일괄 내보내기 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카드뉴스 배경 일관성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11480" rIns="365760" tIns="502920" bIns="3200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same visual style as before: warm amber + navy, flat minimal,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soft grain, generous top margin for a one-line title, 1:1,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make 3 variations keeping identical mood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--no text, busy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이미지와 문구의 일관성 확보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28600" bIns="182880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카드마다 스타일을 새로 지정하면 시리즈가 따로 논다 → 키워드 재사용.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배경이 너무 화려하면 문구 가독성이 떨어진다 → 여백 확보.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 rIns="365760" tIns="201168" bIns="182880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문구·톤이 일치하는 카드뉴스 1세트(2~3장).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도구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ImageFX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Google의 무료 이미지 생성. 한글 프롬프트도 가능, 빠른 시안에 적합.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DALL·E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ChatGPT 내장. 구도·컨셉 잡기에 편리. 텍스트 렌더는 여전히 약함.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Canva AI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생성+편집+규격 내보내기를 한 곳에서. 문구 얹기·배경 제거·리사이즈에 강하다.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용도에 맞는 종횡비로 배너/썸네일을 만들었다.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같은 스타일로 카드뉴스 세트를 통일했다.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상업적 이용 가능 여부를 확인했다.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37160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MISSION · 도장깨기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미션 04 — 홍보 시각자료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24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💡 문구와 톤을 맞추려면 같은 스타일 키워드를 재사용한다.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▶  다음  </a:t>
            </a: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M5. AI 기반 UI 시안 제작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
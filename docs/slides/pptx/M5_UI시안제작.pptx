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5교시 · 14:00–14:50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M5. AI 기반 UI 시안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Google Stitch로 자연어 설명만으로 홍보용 UI 시안을 생성하고, 랜딩/이벤트 페이지의 화면 구조와 흐름을 설계한다.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자연어 설명으로 홍보용 UI 시안을 생성할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 페이지의 화면 구조와 흐름을 설계할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자연어 기반 UI 시안 생성 (Google Stitch)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랜딩페이지·이벤트 페이지 구조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자연어 기반 UI 시안 생성 (Google Stitch)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Stitch는 자연어 프롬프트 → UI 시안 생성 도구. "무엇을 위한 화면인지"를 명확히 주는 게 핵심.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Google Stitch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자연어로 앱/웹 UI 시안을 생성하는 구글 도구. 화면 목적·섹션·톤을 주면 시안과 레이아웃을 만든다.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디자인 브리프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목적·타깃·핵심 행동(CTA)·톤·필수 섹션을 한 문단으로. 시안 품질은 브리프 품질에 비례.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반복(Iteration)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한 번에 완성하지 않고 "히어로를 더 크게", "후기 섹션 추가"처럼 부분 수정으로 다듬는다.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 목적과 핵심 행동(CTA)을 한 문장으로 정한다.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필수 섹션 목록을 적는다(히어로·특징·후기·CTA 등).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Stitch에 디자인 브리프를 입력해 첫 시안을 생성한다.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부분 수정 지시로 2~3회 반복해 다듬는다.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Stitch 디자인 브리프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Create a landing page for a craft non-alcoholic beer brand.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Goal: get visitors to pre-order.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Tone: warm, premium, minimal (amber + navy).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Sections: hero with one-line headline + CTA button,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3 feature cards, customer quotes, FAQ, final CTA.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Mobile-first layout.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자연어 기반 UI 시안 생성 (Google Stitch)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목적/CTA 없이 "예쁘게"만 요청하면 방향 없는 시안이 나온다.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번에 완벽 기대 금지 → 부분 수정 반복이 정석.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홍보용 페이지 UI 시안 1개(히어로·특징·CTA 포함).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랜딩페이지·이벤트 페이지 구조 설계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랜딩/이벤트 페이지는 "한 페이지 = 하나의 목표"로 화면 흐름을 설계한다.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랜딩페이지 1목표 원칙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한 페이지는 하나의 전환 목표(구매·신청·문의)만. 목표가 여러 개면 전환율이 떨어진다.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시각적 흐름(F/Z 패턴)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시선 동선을 고려해 핵심 메시지와 CTA를 동선 위에 배치한다.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와이어프레임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색·이미지 전에 박스로 구조를 먼저 잡는 저해상도 설계.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페이지의 단일 목표를 적는다.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 순서를 와이어프레임(박스)으로 배치한다.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Stitch 시안을 이 구조에 맞춰 조정한다.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첫 화면과 마지막에 반복되는지 확인한다.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구조 조정 지시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Refine the page: move the primary CTA into the hero,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add a sticky top bar with the CTA,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reduce sections to: hero, 3 benefits, social proof, CTA.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Keep it single-goal: pre-order.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랜딩페이지·이벤트 페이지 구조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페이지에 목표가 여럿이면 전환이 분산된다 → 1페이지 1목표.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한 번만 있으면 놓친다 → 상단·하단 반복 배치.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캠페인용 페이지 구조(와이어프레임) + 조정된 Stitch 시안.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Google Stitch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자연어→UI 시안. 디자인 브리프를 영어로 주면 안정적. 부분 수정 반복으로 완성도를 올린다.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Figma(선택)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시안을 더 정교하게 다듬고 싶을 때 내보내 편집.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 목적·CTA를 한 문장으로 정의했다.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Stitch로 시안을 생성하고 반복 수정했다.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단일 목표 원칙으로 섹션을 정리했다.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05 — UI 시안(Stitch)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원하는 화면을 자연어로 설명하고, 시안을 반복 수정한다.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M6. AI 기반 페이지 구성 실무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
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6교시 · 15:00–15:50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M6. AI 기반 페이지 구성 실무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시안을 실제 홍보 페이지로 구성한다. 섹션별 카피·CTA·사용자 흐름을 설계해 "전환되는 페이지"를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 섹션 구성과 CTA 문구를 설계할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사용자 흐름에 맞춰 서비스 소개형 페이지를 구성할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 구성과 CTA 문구 작성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사용자 흐름 설계와 서비스 소개형 페이지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섹션 구성과 CTA 문구 작성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섹션마다 역할이 있다. 히어로=후킹, 특징=설득, 후기=신뢰, CTA=행동.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히어로 섹션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3초 안에 "무엇을·왜"를 전달. 한 줄 헤드라인 + 보조 문구 + CTA 버튼.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 카피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"제출"보다 "지금 무료로 받기"처럼 이득을 담은 동사로. 버튼은 1차 행동 1개에 집중.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사회적 증거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후기·사용 수·로고로 신뢰를 보강. 숫자가 있으면 더 강력하다.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시안의 각 섹션에 역할을 매핑한다(후킹/설득/신뢰/행동).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M2 메시지 하우스를 히어로 헤드라인으로 변환한다.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특징을 이득 중심 카피로 3개 작성한다.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 문구를 이득형 동사로 3종 만들어 A/B 후보로 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카피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랜딩페이지 섹션 카피를 써줘. 톤은 따뜻·프리미엄.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히어로 헤드라인 1줄(20자 내) + 보조문구 1줄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특징 3개: 각 [소제목 + 이득 한 줄]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CTA 버튼 문구 3종(이득형 동사)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 메시지: 부담 없이 즐기는 진짜 맥주맛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구성과 CTA 문구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"더보기"처럼 모호하면 클릭률이 떨어진다 → 이득을 담는다.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특징을 스펙 나열로 쓰면 안 읽힌다 → 이득 한 줄로.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섹션별 카피 + CTA 문구 3종(A/B 후보).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사용자 흐름 설계와 서비스 소개형 페이지 구성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사용자 흐름(인지→관심→욕구→행동)에 맞춰 섹션 순서와 정보 우선순위를 정한다.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AIDA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Attention→Interest→Desire→Action. 섹션 순서를 이 흐름에 맞춘다.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정보 우선순위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가장 중요한 1가지를 첫 화면에. 스크롤할수록 보조 정보로 내려간다.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인지 부하 줄이기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한 섹션 한 메시지. 선택지를 줄여 행동을 쉽게 만든다.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섹션을 AIDA 흐름으로 재배열한다.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첫 화면에 핵심 메시지+CTA가 보이는지 확인한다.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불필요한 섹션을 덜어낸다(한 페이지 한 목표).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모바일에서 흐름이 깨지지 않는지 점검한다.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흐름 점검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섹션 순서를 AIDA 관점에서 검토하고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더 전환이 잘 되는 순서로 재배열 + 이유를 알려줘.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현재: 특징 → 히어로 → FAQ → 후기 → 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사용자 흐름 설계와 서비스 소개형 페이지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섹션이 너무 많으면 이탈한다 → 핵심만 남긴다.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모바일 미점검 → 데스크톱만 보고 발행하면 흐름이 깨진다.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사용자 흐름에 맞춘 서비스 소개형 페이지 구성 1개.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Google Stitch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시안 단계에서 섹션 구조를 잡는다.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Framer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시안을 실제 게시 가능한 반응형 페이지로. 노코드로 공개 URL 발급.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Carrd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가벼운 원페이지 프로모션에 적합. 빠르게 공개.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섹션마다 역할을 부여했다.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이득형 CTA를 3종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AIDA 흐름으로 섹션을 재배열했다.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06 — 홍보페이지 구성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사용자 흐름(인지→관심→행동) 순으로 섹션을 배치한다.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M7. AI 기반 반복업무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
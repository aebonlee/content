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603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47472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34340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21207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8075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7–8교시 · 16:00–17:50  ·  2시간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M7. AI 기반 반복업무 자동화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하루 동안 만든 산출물을 재사용 템플릿으로 자산화하고, 반복 홍보업무를 자동화 루틴으로 설계한다. (2시간 · 결과물 완성·발표 포함)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8A99B5"/>
                </a:solidFill>
                <a:latin typeface="JetBrains Mono"/>
                <a:ea typeface="JetBrains Mono"/>
                <a:cs typeface="JetBrains Mono"/>
              </a:rPr>
              <a:t>AI로 만드는 홍보 실무 — 1일 워크숍 학습자료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반복 홍보업무를 템플릿화하고 실무 적용 프로세스를 설계할 수 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오늘 만든 결과물을 완성하고 현업 적용 방안을 정리할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AGENDA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오늘의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홍보업무 템플릿화와 재사용 전략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 완성 및 피드백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1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홍보업무 템플릿화와 재사용 전략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반복업무는 "프롬프트 + 체크리스트 + 자산"의 3종 세트로 템플릿화한다.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프롬프트 라이브러리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잘 작동한 프롬프트를 용도별로 모은 개인 자산. 다음엔 0에서 시작하지 않는다.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콘텐츠 리퍼포징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하나의 핵심 콘텐츠를 여러 채널·형식으로 재가공(원소스 멀티유즈의 운영판).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워크플로 자동화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트리거→생성→사람 검수→발행 단계 정의. Make/Zapier로 일부 단계를 연결.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오늘의 프롬프트 중 재사용할 것을 라이브러리에 정리한다.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반복업무 1개를 "트리거 → 생성 → 검수 → 발행" 단계로 그린다.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각 단계의 입력/출력과 담당(AI/사람)을 명시한다.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월간 반복 시 예상 절감시간을 적는다.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워크플로 설계 보조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365760" tIns="502920" bIns="3200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 반복 홍보업무를 자동화 워크플로로 설계해줘.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"트리거 / AI 단계 / 사람 검수 / 발행"으로 표를 만들고,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 단계에 쓸 도구와 예상 소요시간을 적어줘.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업무: 매주 신제품 인스타 게시글 + 카드뉴스 발행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홍보업무 템플릿화와 재사용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검수 단계를 빼고 자동 발행하면 사고 위험 → 사람 게이트 필수.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템플릿을 안 남기면 매번 처음부터 → 라이브러리화가 핵심 자산.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재사용 프롬프트 라이브러리 + 자동화 워크플로 1건.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2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결과물 완성 및 피드백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오늘의 결과물을 모아 발표하고, 현업 적용 계획과 체크리스트로 마무리한다.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 패키지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M2~M6 산출물(메시지·콘텐츠·시각자료·시안·페이지)을 한 폴더/문서로 묶어 포트폴리오화.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피드백 루프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발표 → 동료/강사 피드백 → 1개 개선점 도출. 작은 개선을 즉시 반영.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실무 적용 체크리스트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내일부터 쓸 1가지를 구체적 행동으로("매주 화 10시, 카드뉴스 템플릿으로 발행").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오늘 만든 결과물을 한 문서로 모은다.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2분 발표로 만든 것과 적용 계획을 공유한다.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피드백 중 개선점 1개를 즉시 반영한다.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실무 활용 체크리스트(다음 주 실행 1가지)를 작성한다.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회고·체크리스트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365760" tIns="502920" bIns="3200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오늘 만든 결과물 목록을 줄게. 이걸 바탕으로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(1) 한 문단 발표 스크립트 (2) 현업 적용 체크리스트 5개를 만들어줘.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결과물: 메시지 하우스, 소개문, 카드뉴스, UI 시안, 랜딩페이지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결과물 완성 및 피드백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069848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"언젠가 해보겠다"는 적용 실패의 신호 → 요일·시간까지 구체화.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72968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 패키지 + 발표 + 실무 활용 체크리스트.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도구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Make / Zapier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트리거-액션으로 단계 연결. 무료 한도로 간단한 자동화부터 시작.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노션 / 구글 문서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프롬프트 라이브러리·결과물 패키지·체크리스트를 보관하는 허브.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재사용 프롬프트 라이브러리를 만들었다.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반복업무 자동화 워크플로를 1건 설계했다.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결과물을 모아 발표하고 적용 체크리스트를 작성했다.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37160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MISSION · 도장깨기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미션 07 — 자동화 루틴 완성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2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💡 오늘 만든 결과물을 재사용 템플릿으로 묶는다.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